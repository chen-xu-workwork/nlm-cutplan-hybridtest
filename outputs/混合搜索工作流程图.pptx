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e8da796ea463f" /><Relationship Type="http://schemas.openxmlformats.org/officeDocument/2006/relationships/extended-properties" Target="/docProps/app.xml" Id="Red29f925671f4cbe" /><Relationship Type="http://schemas.openxmlformats.org/officeDocument/2006/relationships/officeDocument" Target="/ppt/presentation.xml" Id="R52a47b3d34a6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9943c42254105"/>
  </p:sldMasterIdLst>
  <p:notesMasterIdLst>
    <p:notesMasterId xmlns:r="http://schemas.openxmlformats.org/officeDocument/2006/relationships" r:id="R080304a866694c96"/>
  </p:notesMasterIdLst>
  <p:sldIdLst>
    <p:sldId xmlns:r="http://schemas.openxmlformats.org/officeDocument/2006/relationships" id="256" r:id="Rae91cffc542e45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d3e27c90e14c8e" /><Relationship Type="http://schemas.openxmlformats.org/officeDocument/2006/relationships/slideMaster" Target="/ppt/slideMasters/slideMaster1.xml" Id="R71c9943c42254105" /><Relationship Type="http://schemas.openxmlformats.org/officeDocument/2006/relationships/notesMaster" Target="/ppt/notesMasters/notesMaster1.xml" Id="R080304a866694c96" /><Relationship Type="http://schemas.openxmlformats.org/officeDocument/2006/relationships/presProps" Target="/ppt/presProps.xml" Id="R7cfe87ad80144382" /><Relationship Type="http://schemas.openxmlformats.org/officeDocument/2006/relationships/tableStyles" Target="/ppt/tableStyles.xml" Id="R23bd4d545d0d4636" /><Relationship Type="http://schemas.openxmlformats.org/officeDocument/2006/relationships/slide" Target="/ppt/slides/slide1.xml" Id="Rae91cffc542e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3b81ace334e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e8067bc7d4d72" /><Relationship Type="http://schemas.openxmlformats.org/officeDocument/2006/relationships/notesMaster" Target="/ppt/notesMasters/notesMaster1.xml" Id="Ra90bbfffdbc84f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376c3a6b34c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bb2e54f1f04cd9" /><Relationship Type="http://schemas.openxmlformats.org/officeDocument/2006/relationships/slideLayout" Target="/ppt/slideLayouts/slideLayout1.xml" Id="Rb6c2b4f61bd0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2b4f61bd0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ff063b3bc41a5" /><Relationship Type="http://schemas.openxmlformats.org/officeDocument/2006/relationships/notesSlide" Target="/ppt/notesSlides/notesSlide1.xml" Id="R9b0cb05a7aff4f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main-lane">
            <a:extLst xmlns:a="http://schemas.openxmlformats.org/drawingml/2006/main">
              <a:ext uri="{FF2B5EF4-FFF2-40B4-BE49-F238E27FC236}">
                <a16:creationId xmlns:a16="http://schemas.microsoft.com/office/drawing/2014/main" id="{6CBC798B-1CD1-421D-9618-5B904E33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09650"/>
            <a:ext cx="116586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llm-lane">
            <a:extLst xmlns:a="http://schemas.openxmlformats.org/drawingml/2006/main">
              <a:ext uri="{FF2B5EF4-FFF2-40B4-BE49-F238E27FC236}">
                <a16:creationId xmlns:a16="http://schemas.microsoft.com/office/drawing/2014/main" id="{37B573AD-20F9-4475-B810-1563AA0C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33750"/>
            <a:ext cx="11658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D"/>
          </a:solidFill>
          <a:ln xmlns:a="http://schemas.openxmlformats.org/drawingml/2006/main" w="9525">
            <a:solidFill>
              <a:srgbClr val="D7E0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tart-to-init">
            <a:extLst xmlns:a="http://schemas.openxmlformats.org/drawingml/2006/main">
              <a:ext uri="{FF2B5EF4-FFF2-40B4-BE49-F238E27FC236}">
                <a16:creationId xmlns:a16="http://schemas.microsoft.com/office/drawing/2014/main" id="{382E446F-C1D9-4FB3-A26F-23F7A5A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71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4" name="init-to-pop">
            <a:extLst xmlns:a="http://schemas.openxmlformats.org/drawingml/2006/main">
              <a:ext uri="{FF2B5EF4-FFF2-40B4-BE49-F238E27FC236}">
                <a16:creationId xmlns:a16="http://schemas.microsoft.com/office/drawing/2014/main" id="{E8FFCA40-8FA1-43E1-8B6F-E1F5068A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716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5" name="pop-to-goal">
            <a:extLst xmlns:a="http://schemas.openxmlformats.org/drawingml/2006/main">
              <a:ext uri="{FF2B5EF4-FFF2-40B4-BE49-F238E27FC236}">
                <a16:creationId xmlns:a16="http://schemas.microsoft.com/office/drawing/2014/main" id="{4F5D892F-9FCE-4608-8005-69D8DF1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716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6" name="goal-to-expand">
            <a:extLst xmlns:a="http://schemas.openxmlformats.org/drawingml/2006/main">
              <a:ext uri="{FF2B5EF4-FFF2-40B4-BE49-F238E27FC236}">
                <a16:creationId xmlns:a16="http://schemas.microsoft.com/office/drawing/2014/main" id="{A488F3A8-9EB3-4F3C-8364-9AD8BC7A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716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7" name="expand-to-trigger">
            <a:extLst xmlns:a="http://schemas.openxmlformats.org/drawingml/2006/main">
              <a:ext uri="{FF2B5EF4-FFF2-40B4-BE49-F238E27FC236}">
                <a16:creationId xmlns:a16="http://schemas.microsoft.com/office/drawing/2014/main" id="{695315B7-F1D4-465C-B5F9-0B6B793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716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8" name="goal-yes-vertical">
            <a:extLst xmlns:a="http://schemas.openxmlformats.org/drawingml/2006/main">
              <a:ext uri="{FF2B5EF4-FFF2-40B4-BE49-F238E27FC236}">
                <a16:creationId xmlns:a16="http://schemas.microsoft.com/office/drawing/2014/main" id="{CA6F925A-8E44-4E36-9779-C93F1BA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526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6B24"/>
            </a:solidFill>
            <a:prstDash val="solid"/>
          </a:ln>
        </p:spPr>
      </p:sp>
      <p:sp>
        <p:nvSpPr>
          <p:cNvPr id="9" name="trigger-no-up">
            <a:extLst xmlns:a="http://schemas.openxmlformats.org/drawingml/2006/main">
              <a:ext uri="{FF2B5EF4-FFF2-40B4-BE49-F238E27FC236}">
                <a16:creationId xmlns:a16="http://schemas.microsoft.com/office/drawing/2014/main" id="{7DBEFB9F-7F2D-4F7C-BFBF-80551D3F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2573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0" name="trigger-no-across">
            <a:extLst xmlns:a="http://schemas.openxmlformats.org/drawingml/2006/main">
              <a:ext uri="{FF2B5EF4-FFF2-40B4-BE49-F238E27FC236}">
                <a16:creationId xmlns:a16="http://schemas.microsoft.com/office/drawing/2014/main" id="{94CD1F37-87DC-4F79-9106-7C07893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57300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1" name="trigger-no-down">
            <a:extLst xmlns:a="http://schemas.openxmlformats.org/drawingml/2006/main">
              <a:ext uri="{FF2B5EF4-FFF2-40B4-BE49-F238E27FC236}">
                <a16:creationId xmlns:a16="http://schemas.microsoft.com/office/drawing/2014/main" id="{7804597F-A34F-462A-84C3-B50040A1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573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2" name="trigger-yes">
            <a:extLst xmlns:a="http://schemas.openxmlformats.org/drawingml/2006/main">
              <a:ext uri="{FF2B5EF4-FFF2-40B4-BE49-F238E27FC236}">
                <a16:creationId xmlns:a16="http://schemas.microsoft.com/office/drawing/2014/main" id="{DF4FBC77-5D25-4DCE-B028-89ADE75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52675"/>
            <a:ext cx="0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3" name="pending-to-export">
            <a:extLst xmlns:a="http://schemas.openxmlformats.org/drawingml/2006/main">
              <a:ext uri="{FF2B5EF4-FFF2-40B4-BE49-F238E27FC236}">
                <a16:creationId xmlns:a16="http://schemas.microsoft.com/office/drawing/2014/main" id="{72320CCA-9EF7-464F-8160-422BA2E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71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4" name="export-to-vllm">
            <a:extLst xmlns:a="http://schemas.openxmlformats.org/drawingml/2006/main">
              <a:ext uri="{FF2B5EF4-FFF2-40B4-BE49-F238E27FC236}">
                <a16:creationId xmlns:a16="http://schemas.microsoft.com/office/drawing/2014/main" id="{04FD8F37-0A1C-4D51-8C32-634A04C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71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5" name="vllm-to-validate">
            <a:extLst xmlns:a="http://schemas.openxmlformats.org/drawingml/2006/main">
              <a:ext uri="{FF2B5EF4-FFF2-40B4-BE49-F238E27FC236}">
                <a16:creationId xmlns:a16="http://schemas.microsoft.com/office/drawing/2014/main" id="{BA2B984F-E6F8-42B4-B423-D26BB570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71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6" name="validate-to-inject">
            <a:extLst xmlns:a="http://schemas.openxmlformats.org/drawingml/2006/main">
              <a:ext uri="{FF2B5EF4-FFF2-40B4-BE49-F238E27FC236}">
                <a16:creationId xmlns:a16="http://schemas.microsoft.com/office/drawing/2014/main" id="{AEFF2906-9775-41CA-A9D1-BD60B74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71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7" name="inject-return-left">
            <a:extLst xmlns:a="http://schemas.openxmlformats.org/drawingml/2006/main">
              <a:ext uri="{FF2B5EF4-FFF2-40B4-BE49-F238E27FC236}">
                <a16:creationId xmlns:a16="http://schemas.microsoft.com/office/drawing/2014/main" id="{0FCEACDB-C96F-4506-87DA-E39CF30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9719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8" name="inject-return-up">
            <a:extLst xmlns:a="http://schemas.openxmlformats.org/drawingml/2006/main">
              <a:ext uri="{FF2B5EF4-FFF2-40B4-BE49-F238E27FC236}">
                <a16:creationId xmlns:a16="http://schemas.microsoft.com/office/drawing/2014/main" id="{F4788CBD-4C0C-4C86-8334-7D68CB5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0512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19" name="inject-return-across">
            <a:extLst xmlns:a="http://schemas.openxmlformats.org/drawingml/2006/main">
              <a:ext uri="{FF2B5EF4-FFF2-40B4-BE49-F238E27FC236}">
                <a16:creationId xmlns:a16="http://schemas.microsoft.com/office/drawing/2014/main" id="{619E8C50-3517-478D-A7CA-AFEBBA67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05125"/>
            <a:ext cx="474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20" name="inject-return-pop">
            <a:extLst xmlns:a="http://schemas.openxmlformats.org/drawingml/2006/main">
              <a:ext uri="{FF2B5EF4-FFF2-40B4-BE49-F238E27FC236}">
                <a16:creationId xmlns:a16="http://schemas.microsoft.com/office/drawing/2014/main" id="{0FBF0240-BE39-4CB2-B688-D41FEC62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5267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8D2"/>
            </a:solidFill>
            <a:prstDash val="solid"/>
          </a:ln>
        </p:spPr>
      </p:sp>
      <p:sp>
        <p:nvSpPr>
          <p:cNvPr id="21" name="main-arrow-1">
            <a:extLst xmlns:a="http://schemas.openxmlformats.org/drawingml/2006/main">
              <a:ext uri="{FF2B5EF4-FFF2-40B4-BE49-F238E27FC236}">
                <a16:creationId xmlns:a16="http://schemas.microsoft.com/office/drawing/2014/main" id="{E923EDB1-C95B-4E71-BB18-376E06E2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85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main-arrow-2">
            <a:extLst xmlns:a="http://schemas.openxmlformats.org/drawingml/2006/main">
              <a:ext uri="{FF2B5EF4-FFF2-40B4-BE49-F238E27FC236}">
                <a16:creationId xmlns:a16="http://schemas.microsoft.com/office/drawing/2014/main" id="{C936DEEA-4F3D-4F9C-AD48-F36B9E23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85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main-arrow-3">
            <a:extLst xmlns:a="http://schemas.openxmlformats.org/drawingml/2006/main">
              <a:ext uri="{FF2B5EF4-FFF2-40B4-BE49-F238E27FC236}">
                <a16:creationId xmlns:a16="http://schemas.microsoft.com/office/drawing/2014/main" id="{7CEF0BEE-F655-473C-AD30-4C19FD6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main-arrow-4">
            <a:extLst xmlns:a="http://schemas.openxmlformats.org/drawingml/2006/main">
              <a:ext uri="{FF2B5EF4-FFF2-40B4-BE49-F238E27FC236}">
                <a16:creationId xmlns:a16="http://schemas.microsoft.com/office/drawing/2014/main" id="{A2124359-6D70-419D-A82F-57D165C8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main-arrow-5">
            <a:extLst xmlns:a="http://schemas.openxmlformats.org/drawingml/2006/main">
              <a:ext uri="{FF2B5EF4-FFF2-40B4-BE49-F238E27FC236}">
                <a16:creationId xmlns:a16="http://schemas.microsoft.com/office/drawing/2014/main" id="{745754F7-4030-4C2D-8108-A3F8A6D6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85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branch-arrow-1">
            <a:extLst xmlns:a="http://schemas.openxmlformats.org/drawingml/2006/main">
              <a:ext uri="{FF2B5EF4-FFF2-40B4-BE49-F238E27FC236}">
                <a16:creationId xmlns:a16="http://schemas.microsoft.com/office/drawing/2014/main" id="{0465FF4A-C81C-442D-91F1-6FE584C6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2286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branch-arrow-2">
            <a:extLst xmlns:a="http://schemas.openxmlformats.org/drawingml/2006/main">
              <a:ext uri="{FF2B5EF4-FFF2-40B4-BE49-F238E27FC236}">
                <a16:creationId xmlns:a16="http://schemas.microsoft.com/office/drawing/2014/main" id="{6F26FA57-188C-4481-A316-63405E4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2286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branch-arrow-3">
            <a:extLst xmlns:a="http://schemas.openxmlformats.org/drawingml/2006/main">
              <a:ext uri="{FF2B5EF4-FFF2-40B4-BE49-F238E27FC236}">
                <a16:creationId xmlns:a16="http://schemas.microsoft.com/office/drawing/2014/main" id="{75B083D4-4A83-4FDA-B186-A94D755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2286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branch-arrow-4">
            <a:extLst xmlns:a="http://schemas.openxmlformats.org/drawingml/2006/main">
              <a:ext uri="{FF2B5EF4-FFF2-40B4-BE49-F238E27FC236}">
                <a16:creationId xmlns:a16="http://schemas.microsoft.com/office/drawing/2014/main" id="{6CD2E58F-4938-469D-BFB3-59B4DB95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86200"/>
            <a:ext cx="2286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goal-down-arrow">
            <a:extLst xmlns:a="http://schemas.openxmlformats.org/drawingml/2006/main">
              <a:ext uri="{FF2B5EF4-FFF2-40B4-BE49-F238E27FC236}">
                <a16:creationId xmlns:a16="http://schemas.microsoft.com/office/drawing/2014/main" id="{E997E958-8EE4-41CB-91AF-DBDC0FF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05075"/>
            <a:ext cx="17145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solidFill>
              <a:srgbClr val="196B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trigger-down-arrow">
            <a:extLst xmlns:a="http://schemas.openxmlformats.org/drawingml/2006/main">
              <a:ext uri="{FF2B5EF4-FFF2-40B4-BE49-F238E27FC236}">
                <a16:creationId xmlns:a16="http://schemas.microsoft.com/office/drawing/2014/main" id="{8D07BBB8-D54D-405C-B561-BAF27AE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52775"/>
            <a:ext cx="17145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0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return-up-arrow">
            <a:extLst xmlns:a="http://schemas.openxmlformats.org/drawingml/2006/main">
              <a:ext uri="{FF2B5EF4-FFF2-40B4-BE49-F238E27FC236}">
                <a16:creationId xmlns:a16="http://schemas.microsoft.com/office/drawing/2014/main" id="{F91C6B1C-29EB-4932-9C1C-617A6DD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05075"/>
            <a:ext cx="171450" cy="1809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F88D2"/>
          </a:solidFill>
          <a:ln xmlns:a="http://schemas.openxmlformats.org/drawingml/2006/main" w="0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start">
            <a:extLst xmlns:a="http://schemas.openxmlformats.org/drawingml/2006/main">
              <a:ext uri="{FF2B5EF4-FFF2-40B4-BE49-F238E27FC236}">
                <a16:creationId xmlns:a16="http://schemas.microsoft.com/office/drawing/2014/main" id="{9260EF34-F3C3-4C60-9E3B-1306194F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047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357B8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开始搜索</a:t>
            </a:r>
          </a:p>
        </p:txBody>
      </p:sp>
      <p:sp>
        <p:nvSpPr>
          <p:cNvPr id="34" name="initialize">
            <a:extLst xmlns:a="http://schemas.openxmlformats.org/drawingml/2006/main">
              <a:ext uri="{FF2B5EF4-FFF2-40B4-BE49-F238E27FC236}">
                <a16:creationId xmlns:a16="http://schemas.microsoft.com/office/drawing/2014/main" id="{9CD56DF9-1FEB-4F73-94FE-B54F603C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71625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初始化搜索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初始状态进入 Open List</a:t>
            </a:r>
          </a:p>
        </p:txBody>
      </p:sp>
      <p:sp>
        <p:nvSpPr>
          <p:cNvPr id="35" name="pop-check">
            <a:extLst xmlns:a="http://schemas.openxmlformats.org/drawingml/2006/main">
              <a:ext uri="{FF2B5EF4-FFF2-40B4-BE49-F238E27FC236}">
                <a16:creationId xmlns:a16="http://schemas.microsoft.com/office/drawing/2014/main" id="{817317A2-4E29-47D0-9603-EE22FDD8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571625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弹出最优状态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重复 / Closed / Pending 检查</a:t>
            </a:r>
          </a:p>
        </p:txBody>
      </p:sp>
      <p:sp>
        <p:nvSpPr>
          <p:cNvPr id="36" name="goal-decision">
            <a:extLst xmlns:a="http://schemas.openxmlformats.org/drawingml/2006/main">
              <a:ext uri="{FF2B5EF4-FFF2-40B4-BE49-F238E27FC236}">
                <a16:creationId xmlns:a16="http://schemas.microsoft.com/office/drawing/2014/main" id="{CF90ED25-3868-40BD-9376-06A86E7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1095375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达到目标？</a:t>
            </a:r>
          </a:p>
        </p:txBody>
      </p:sp>
      <p:sp>
        <p:nvSpPr>
          <p:cNvPr id="37" name="expand">
            <a:extLst xmlns:a="http://schemas.openxmlformats.org/drawingml/2006/main">
              <a:ext uri="{FF2B5EF4-FFF2-40B4-BE49-F238E27FC236}">
                <a16:creationId xmlns:a16="http://schemas.microsoft.com/office/drawing/2014/main" id="{059F1E85-88C9-4F4C-96C9-CB596ADB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19526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拓展当前状态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生成后继并更新 Open List</a:t>
            </a:r>
          </a:p>
        </p:txBody>
      </p:sp>
      <p:sp>
        <p:nvSpPr>
          <p:cNvPr id="38" name="trigger-decision">
            <a:extLst xmlns:a="http://schemas.openxmlformats.org/drawingml/2006/main">
              <a:ext uri="{FF2B5EF4-FFF2-40B4-BE49-F238E27FC236}">
                <a16:creationId xmlns:a16="http://schemas.microsoft.com/office/drawing/2014/main" id="{54785C0D-8AC0-4159-B718-00D78604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71625"/>
            <a:ext cx="12382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需要 LLM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介入？</a:t>
            </a:r>
          </a:p>
        </p:txBody>
      </p:sp>
      <p:sp>
        <p:nvSpPr>
          <p:cNvPr id="39" name="solution">
            <a:extLst xmlns:a="http://schemas.openxmlformats.org/drawingml/2006/main">
              <a:ext uri="{FF2B5EF4-FFF2-40B4-BE49-F238E27FC236}">
                <a16:creationId xmlns:a16="http://schemas.microsoft.com/office/drawing/2014/main" id="{C39B81F4-CD3E-48A3-BAD8-20E5F435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5272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6EC"/>
          </a:solidFill>
          <a:ln xmlns:a="http://schemas.openxmlformats.org/drawingml/2006/main" w="14288">
            <a:solidFill>
              <a:srgbClr val="196B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rPr>
              <a:t>输出合法计划</a:t>
            </a:r>
          </a:p>
        </p:txBody>
      </p:sp>
      <p:sp>
        <p:nvSpPr>
          <p:cNvPr id="40" name="pending">
            <a:extLst xmlns:a="http://schemas.openxmlformats.org/drawingml/2006/main">
              <a:ext uri="{FF2B5EF4-FFF2-40B4-BE49-F238E27FC236}">
                <a16:creationId xmlns:a16="http://schemas.microsoft.com/office/drawing/2014/main" id="{34BF231D-A589-4057-8F46-7032D81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批量选择候选状态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标记为 pending</a:t>
            </a:r>
          </a:p>
        </p:txBody>
      </p:sp>
      <p:sp>
        <p:nvSpPr>
          <p:cNvPr id="41" name="export-init">
            <a:extLst xmlns:a="http://schemas.openxmlformats.org/drawingml/2006/main">
              <a:ext uri="{FF2B5EF4-FFF2-40B4-BE49-F238E27FC236}">
                <a16:creationId xmlns:a16="http://schemas.microsoft.com/office/drawing/2014/main" id="{ECEFB35A-0073-48EC-9737-6A8199F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导出完整 (:init)</a:t>
            </a:r>
          </a:p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通信线程提交请求</a:t>
            </a:r>
          </a:p>
        </p:txBody>
      </p:sp>
      <p:sp>
        <p:nvSpPr>
          <p:cNvPr id="42" name="prompt-vllm">
            <a:extLst xmlns:a="http://schemas.openxmlformats.org/drawingml/2006/main">
              <a:ext uri="{FF2B5EF4-FFF2-40B4-BE49-F238E27FC236}">
                <a16:creationId xmlns:a16="http://schemas.microsoft.com/office/drawing/2014/main" id="{A825377D-5981-4993-A369-DA596C02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Python 构造 Prompt</a:t>
            </a:r>
          </a:p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vLLM 并发生成</a:t>
            </a:r>
          </a:p>
        </p:txBody>
      </p:sp>
      <p:sp>
        <p:nvSpPr>
          <p:cNvPr id="43" name="validate-prefix">
            <a:extLst xmlns:a="http://schemas.openxmlformats.org/drawingml/2006/main">
              <a:ext uri="{FF2B5EF4-FFF2-40B4-BE49-F238E27FC236}">
                <a16:creationId xmlns:a16="http://schemas.microsoft.com/office/drawing/2014/main" id="{B7D3B0F8-D76C-43EA-9787-C40179A7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5760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F8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验证并截取</a:t>
            </a:r>
          </a:p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最长合法前缀</a:t>
            </a:r>
          </a:p>
        </p:txBody>
      </p:sp>
      <p:sp>
        <p:nvSpPr>
          <p:cNvPr id="44" name="inject-open-list">
            <a:extLst xmlns:a="http://schemas.openxmlformats.org/drawingml/2006/main">
              <a:ext uri="{FF2B5EF4-FFF2-40B4-BE49-F238E27FC236}">
                <a16:creationId xmlns:a16="http://schemas.microsoft.com/office/drawing/2014/main" id="{75C764AC-6045-4524-A766-8FB40CD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5760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C++ 生成状态链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回注 Open List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77EC7379-D9AC-44C0-A208-EBED01C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搜索主循环保持连续，LLM 只在触发时形成旁路</a:t>
            </a:r>
          </a:p>
        </p:txBody>
      </p:sp>
      <p:sp>
        <p:nvSpPr>
          <p:cNvPr id="46" name="subtitle">
            <a:extLst xmlns:a="http://schemas.openxmlformats.org/drawingml/2006/main">
              <a:ext uri="{FF2B5EF4-FFF2-40B4-BE49-F238E27FC236}">
                <a16:creationId xmlns:a16="http://schemas.microsoft.com/office/drawing/2014/main" id="{CEBB24EA-1CAE-4500-A24B-28FBE95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合法前缀验证完成后回注 Open List，重新汇入经典搜索</a:t>
            </a:r>
          </a:p>
        </p:txBody>
      </p:sp>
      <p:sp>
        <p:nvSpPr>
          <p:cNvPr id="47" name="main-lane-label">
            <a:extLst xmlns:a="http://schemas.openxmlformats.org/drawingml/2006/main">
              <a:ext uri="{FF2B5EF4-FFF2-40B4-BE49-F238E27FC236}">
                <a16:creationId xmlns:a16="http://schemas.microsoft.com/office/drawing/2014/main" id="{5A90905E-0B90-411C-A4FF-A5D5820D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66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经典搜索主循环</a:t>
            </a:r>
          </a:p>
        </p:txBody>
      </p:sp>
      <p:sp>
        <p:nvSpPr>
          <p:cNvPr id="48" name="llm-lane-label">
            <a:extLst xmlns:a="http://schemas.openxmlformats.org/drawingml/2006/main">
              <a:ext uri="{FF2B5EF4-FFF2-40B4-BE49-F238E27FC236}">
                <a16:creationId xmlns:a16="http://schemas.microsoft.com/office/drawing/2014/main" id="{9CEDF7E6-E195-40E2-80DB-F54DD840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81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仅在触发时运行的 LLM 旁路</a:t>
            </a:r>
          </a:p>
        </p:txBody>
      </p:sp>
      <p:sp>
        <p:nvSpPr>
          <p:cNvPr id="49" name="goal-no">
            <a:extLst xmlns:a="http://schemas.openxmlformats.org/drawingml/2006/main">
              <a:ext uri="{FF2B5EF4-FFF2-40B4-BE49-F238E27FC236}">
                <a16:creationId xmlns:a16="http://schemas.microsoft.com/office/drawing/2014/main" id="{A5A0C554-3A22-4905-A989-9B2371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764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50" name="goal-yes">
            <a:extLst xmlns:a="http://schemas.openxmlformats.org/drawingml/2006/main">
              <a:ext uri="{FF2B5EF4-FFF2-40B4-BE49-F238E27FC236}">
                <a16:creationId xmlns:a16="http://schemas.microsoft.com/office/drawing/2014/main" id="{4F6336EB-26E4-4D07-AA68-223BDEC0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51" name="trigger-no-label">
            <a:extLst xmlns:a="http://schemas.openxmlformats.org/drawingml/2006/main">
              <a:ext uri="{FF2B5EF4-FFF2-40B4-BE49-F238E27FC236}">
                <a16:creationId xmlns:a16="http://schemas.microsoft.com/office/drawing/2014/main" id="{4284542C-7954-4A39-BC1E-A0E68CD0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00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否：继续正常搜索</a:t>
            </a:r>
          </a:p>
        </p:txBody>
      </p:sp>
      <p:sp>
        <p:nvSpPr>
          <p:cNvPr id="52" name="trigger-yes-label">
            <a:extLst xmlns:a="http://schemas.openxmlformats.org/drawingml/2006/main">
              <a:ext uri="{FF2B5EF4-FFF2-40B4-BE49-F238E27FC236}">
                <a16:creationId xmlns:a16="http://schemas.microsoft.com/office/drawing/2014/main" id="{9E03401B-E310-4489-A85B-DE1D2A6F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53" name="trigger-detail">
            <a:extLst xmlns:a="http://schemas.openxmlformats.org/drawingml/2006/main">
              <a:ext uri="{FF2B5EF4-FFF2-40B4-BE49-F238E27FC236}">
                <a16:creationId xmlns:a16="http://schemas.microsoft.com/office/drawing/2014/main" id="{83DC45A5-248F-4C77-A289-D567494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003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平台期 / 父链停滞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全局停滞</a:t>
            </a:r>
          </a:p>
        </p:txBody>
      </p:sp>
      <p:sp>
        <p:nvSpPr>
          <p:cNvPr id="54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644A467A-ADC0-44E6-9E60-605B002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合法前缀回注后，重新进入 Open List</a:t>
            </a:r>
          </a:p>
        </p:txBody>
      </p:sp>
      <p:sp>
        <p:nvSpPr>
          <p:cNvPr id="55" name="note">
            <a:extLst xmlns:a="http://schemas.openxmlformats.org/drawingml/2006/main">
              <a:ext uri="{FF2B5EF4-FFF2-40B4-BE49-F238E27FC236}">
                <a16:creationId xmlns:a16="http://schemas.microsoft.com/office/drawing/2014/main" id="{D0B0B798-1314-4672-8684-C2935761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1133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关键语义：等待 LLM 的状态只进入 pending，不再参与普通拓展；搜索器仍可继续处理其他 Open List 状态。验证后的动作前缀生成一串新状态，并重新加入搜索。</a:t>
            </a:r>
          </a:p>
        </p:txBody>
      </p:sp>
      <p:sp>
        <p:nvSpPr>
          <p:cNvPr id="56" name="legend">
            <a:extLst xmlns:a="http://schemas.openxmlformats.org/drawingml/2006/main">
              <a:ext uri="{FF2B5EF4-FFF2-40B4-BE49-F238E27FC236}">
                <a16:creationId xmlns:a16="http://schemas.microsoft.com/office/drawing/2014/main" id="{BAA0E16C-10CB-4394-B7C4-AF24BE88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蓝色：经典搜索与控制流　　浅蓝：LLM 介入分支　　绿色：求解终止</a:t>
            </a:r>
          </a:p>
        </p:txBody>
      </p:sp>
    </p:spTree>
    <p:extLst>
      <p:ext uri="{BB962C8B-B14F-4D97-AF65-F5344CB8AC3E}">
        <p14:creationId xmlns:p14="http://schemas.microsoft.com/office/powerpoint/2010/main" val="308586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2026-07-24T03:21:39.1740000Z</dcterms:created>
  <dcterms:modified xsi:type="dcterms:W3CDTF">2026-07-24T03:21:39.1750000Z</dcterms:modified>
</coreProperties>
</file>